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7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2" d="100"/>
          <a:sy n="122" d="100"/>
        </p:scale>
        <p:origin x="1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8054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8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77724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EE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Vectorized Signal Star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3566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SIMD-lite extension of the StarCore-1 RISC core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4389120"/>
            <a:ext cx="3657600" cy="18288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77724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EEE4120F HPES Project ·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5120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55321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Joab Gray Kloppers </a:t>
            </a:r>
            <a:r>
              <a:rPr lang="en-US" sz="13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KLPJOA002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Hillman  </a:t>
            </a:r>
            <a:r>
              <a:rPr lang="en-US" sz="13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HLLALE010</a:t>
            </a:r>
          </a:p>
          <a:p>
            <a:pPr marL="0" indent="0">
              <a:buNone/>
            </a:pPr>
            <a:endParaRPr lang="en-US" sz="1300" dirty="0">
              <a:solidFill>
                <a:srgbClr val="8FA0B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Heathcote-Marks </a:t>
            </a:r>
            <a:r>
              <a:rPr lang="en-US" sz="13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HTHJUS001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MS2 TECHNICAL DEMO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Twice the byte throughput.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instruction.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1097280" cy="36576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adds a single SIMD-lite extension to the Practical 4 StarCore-1: a new VECTOR opcode that splits the 16-bit ALU into two independent 8-bit lanes. Built for the byte-packed workloads embedded telemetry lives on — sensor fusion, status masks, threshold compares — where the scalar core wastes most of its cycles unpacking and repacking.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· Group 7 · EEE4120F HPES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scalar on packed data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specialise the StarCore-1 at all?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212080" cy="4572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73152" cy="4572000"/>
          </a:xfrm>
          <a:prstGeom prst="rect">
            <a:avLst/>
          </a:prstGeom>
          <a:solidFill>
            <a:srgbClr val="5A667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StarCore-1 (baseline)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bytes packed in one register? You pay 5–8 instructions per pair.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add packed pairs A, B</a:t>
            </a:r>
            <a:endParaRPr lang="en-US" sz="1200" dirty="0"/>
          </a:p>
          <a:p>
            <a:r>
              <a:rPr lang="en-US" sz="1200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R1, A, 0xFF00 </a:t>
            </a:r>
            <a:r>
              <a:rPr lang="en-US" sz="120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#Mask upper 8 Bits For A</a:t>
            </a:r>
            <a:r>
              <a:rPr lang="en-US" sz="1200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200" dirty="0"/>
          </a:p>
          <a:p>
            <a:r>
              <a:rPr lang="en-US" sz="1200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R2, A, 0x00FF      </a:t>
            </a:r>
            <a:r>
              <a:rPr lang="en-US" sz="120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#Mask Lower 8 Bits For A</a:t>
            </a:r>
            <a:endParaRPr lang="en-US" sz="1200" dirty="0"/>
          </a:p>
          <a:p>
            <a:r>
              <a:rPr lang="en-US" sz="1200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R3, B, 0xFF00 	  </a:t>
            </a:r>
            <a:r>
              <a:rPr lang="en-US" sz="120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#Mask upper 8 Bits For B</a:t>
            </a:r>
            <a:endParaRPr lang="en-US" sz="1200" dirty="0"/>
          </a:p>
          <a:p>
            <a:r>
              <a:rPr lang="en-US" sz="1200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R4, B, 0x00FF 	  </a:t>
            </a:r>
            <a:r>
              <a:rPr lang="en-US" sz="120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#Obtain upper 8 Bits For B</a:t>
            </a:r>
            <a:endParaRPr lang="en-US" sz="1200" dirty="0"/>
          </a:p>
          <a:p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 R5, R1, R3 	  </a:t>
            </a:r>
            <a:r>
              <a:rPr lang="en-US" sz="120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#Add upper 8 Bits</a:t>
            </a:r>
            <a:endParaRPr lang="en-US" sz="1200" dirty="0"/>
          </a:p>
          <a:p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 R6, R2, R4 	  </a:t>
            </a:r>
            <a:r>
              <a:rPr lang="en-US" sz="120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#Add lower 8 Bits</a:t>
            </a:r>
            <a:endParaRPr lang="en-US" sz="1200" dirty="0"/>
          </a:p>
          <a:p>
            <a:r>
              <a:rPr lang="en-US" sz="1200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  R7, R5, R6 	  </a:t>
            </a:r>
            <a:r>
              <a:rPr lang="en-US" sz="120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#Mask The Two Together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cycles per byte-pair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5212080" cy="4572000"/>
          </a:xfrm>
          <a:prstGeom prst="rect">
            <a:avLst/>
          </a:prstGeom>
          <a:solidFill>
            <a:srgbClr val="F0FAF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6309360" y="1554480"/>
            <a:ext cx="73152" cy="457200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658368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(this work)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2103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instruction, both bytes, one cycle.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283464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add packed pairs A, B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VADD R7, A, B       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i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cycle per byte-pair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payloads pack two ADC channels or status bytes per 16-bit word. </a:t>
            </a:r>
            <a:r>
              <a:rPr lang="en-US" sz="11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scalar core spends most of its life moving bits around — VSS does the actual work instead.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· Group 7 · EEE4120F HPES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StarCore-1 datapath with VSS modifications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signals are new for VSS; everything else is unchanged from Practical 4.</a:t>
            </a:r>
            <a:endParaRPr lang="en-US" sz="1300" dirty="0"/>
          </a:p>
        </p:txBody>
      </p:sp>
      <p:pic>
        <p:nvPicPr>
          <p:cNvPr id="7" name="Image 0" descr="/home/claude/vss_demo/docs/system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6858000" cy="515639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80960" y="1371600"/>
            <a:ext cx="4023360" cy="4572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/>
          <p:nvPr/>
        </p:nvSpPr>
        <p:spPr>
          <a:xfrm>
            <a:off x="790956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0956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vector_mode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09560" y="2240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1-bit signal from Control Unit. Switches ALU between scalar and 2 × 8-bit lane mode.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90956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ALUOp = 2'b11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09560" y="3291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encoding (ALUOP_VECTOR). Tells ALU_Control to bypass the opcode decode table.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90956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funct[2:0]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909560" y="4343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instr[2:0] of the VECTOR instruction; passes straight through to alu_control.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90956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 4'b1110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909560" y="5394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instruction. R-type-like register addressing, writes ALU result back to register file.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· Group 7 · EEE4120F HPES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modules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possible edit that delivers a real SIMD extension.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3520440" cy="48006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73152" cy="480060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86868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ALU.v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Lane-split arithmetic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33172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case-statement: vector_mode = 0 keeps the original 16-bit ops; vector_mode = 1 splits a, b and result into independent {hi, lo} 8-bit lanes. The carry chain between bits 7 and 8 is broken by construction — each lane evaluates as its own 8-bit expression.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5212080"/>
            <a:ext cx="32004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868680" y="53492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vector_mode input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+ 8 SIMD-lite ops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26280" y="1417320"/>
            <a:ext cx="3520440" cy="48006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4526280" y="1417320"/>
            <a:ext cx="73152" cy="480060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475488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ALU_Control.v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 passthrough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33172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one casex pattern: 6'b11xxxx → ALU_Cnt = funct. When ALUOp = 2'b11 the funct field bypasses the opcode decode table entirely. Every baseline pattern from Practical 4 is unchanged.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5212080"/>
            <a:ext cx="32004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4754880" y="53492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funct[2:0] input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ALUOP_VECTOR case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12480" y="1417320"/>
            <a:ext cx="3520440" cy="48006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8412480" y="1417320"/>
            <a:ext cx="73152" cy="480060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864108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ControlUnit.v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4108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opcode + mode bit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41080" y="233172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case for opcode 4'b1110 (VECTOR): R-type-like register addressing, ALUOp = 2'b11, and assertion of the new vector_mode output. All other opcodes safely default vector_mode to 0.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641080" y="5212080"/>
            <a:ext cx="32004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8641080" y="53492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vector_mode output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OP_VECTOR case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· Group 7 · EEE4120F HPES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 instruction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opcode, eight operations, zero impact on existing instructions.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encoding (16 bits)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2971800" cy="822960"/>
          </a:xfrm>
          <a:prstGeom prst="rect">
            <a:avLst/>
          </a:prstGeom>
          <a:solidFill>
            <a:srgbClr val="FFFFFF"/>
          </a:solidFill>
          <a:ln w="2286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 [15:12]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03320" y="1828800"/>
            <a:ext cx="1463040" cy="822960"/>
          </a:xfrm>
          <a:prstGeom prst="rect">
            <a:avLst/>
          </a:prstGeom>
          <a:solidFill>
            <a:srgbClr val="FFFFFF"/>
          </a:solidFill>
          <a:ln w="22860">
            <a:solidFill>
              <a:srgbClr val="0B172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370332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[11:9]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57800" y="1828800"/>
            <a:ext cx="1463040" cy="822960"/>
          </a:xfrm>
          <a:prstGeom prst="rect">
            <a:avLst/>
          </a:prstGeom>
          <a:solidFill>
            <a:srgbClr val="FFFFFF"/>
          </a:solidFill>
          <a:ln w="22860">
            <a:solidFill>
              <a:srgbClr val="0B172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525780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5780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[8:6]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1828800"/>
            <a:ext cx="1463040" cy="822960"/>
          </a:xfrm>
          <a:prstGeom prst="rect">
            <a:avLst/>
          </a:prstGeom>
          <a:solidFill>
            <a:srgbClr val="FFFFFF"/>
          </a:solidFill>
          <a:ln w="22860">
            <a:solidFill>
              <a:srgbClr val="0B172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81228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1228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[5:3]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66760" y="1828800"/>
            <a:ext cx="2971800" cy="822960"/>
          </a:xfrm>
          <a:prstGeom prst="rect">
            <a:avLst/>
          </a:prstGeom>
          <a:solidFill>
            <a:srgbClr val="FFFFFF"/>
          </a:solidFill>
          <a:ln w="2286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8366760" y="1828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66760" y="2286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[2:0]  → ALU op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funct[2:0] selects the vector operation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20440"/>
          <a:ext cx="10881360" cy="24688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Mnemonic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 (when vector_mode = 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C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7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VADD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lane-wise add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C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7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VSUB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lane-wise sub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C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7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VINV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bitwise NOT of operand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C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7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VSHL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per-lane shift left  (b[11:8] | b[3:0])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C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7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VSHR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per-lane shift right (b[11:8] | b[3:0])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C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7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VAND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bitwise 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C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7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bitwise 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C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7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VSLT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per-lane set-less-than (unsigned)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the ALU's existing 3-bit operation encoding for funct means ALU_Control needs no new decode logic — it just forwards the bits. Opcode 4'b1010 (the brief's reserved coprocessor slot) is deliberately left untouched.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· Group 7 · EEE4120F HPES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standard: software reference vs hardware DUT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implementations. If they agree, the hardware matches the spec.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5212080" cy="48463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flow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8686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0848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golden 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239572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vss_golden.py — independent reference implementation of the VSS ALU spec.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310896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8686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090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vector list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54480" y="340156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ALU + 16 ALU_Control + 9 ControlUnit cases, covering scalar regression and every vector op.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411480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8686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096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 testbench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54480" y="440740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same vectors into the DUT, compares to expected values, prints PASS/FAIL.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512064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86868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51023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VCD waveform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54480" y="541324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$dumpvars captures every signal — GTKWave shows the lane split visually.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1463040"/>
            <a:ext cx="5440680" cy="4846320"/>
          </a:xfrm>
          <a:prstGeom prst="rect">
            <a:avLst/>
          </a:prstGeom>
          <a:solidFill>
            <a:srgbClr val="0B172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6446520" y="1600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vss_golden.py · alu_vector(a, b, op)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15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alu_vector</a:t>
            </a: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b, op):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a_hi, a_lo = (a &gt;&gt; 8) &amp; 0xFF, a &amp; 0xFF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b_hi, b_lo = (b &gt;&gt; 8) &amp; 0xFF, b &amp; 0xFF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op == ADD: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 = (a_hi + b_hi) &amp; 0xFF   </a:t>
            </a:r>
            <a:r>
              <a:rPr lang="en-US" sz="1150" dirty="0">
                <a:solidFill>
                  <a:srgbClr val="8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carry trapped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 = (a_lo + b_lo) &amp; 0xFF   </a:t>
            </a:r>
            <a:r>
              <a:rPr lang="en-US" sz="1150" dirty="0">
                <a:solidFill>
                  <a:srgbClr val="8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wraps in-lane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op == SUB: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 = (a_hi - b_hi) &amp; 0xFF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 = (a_lo - b_lo) &amp; 0xFF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((hi &lt;&lt; 8) | lo) &amp; 0xFFFF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· Group 7 · EEE4120F HPES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proof: 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operands, two cycles. The signal trace makes the lane split self-evident.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555955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4C5CE4-9FDB-8224-3137-B7E4E6976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1352651"/>
            <a:ext cx="12086622" cy="34069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· Group 7 · EEE4120F HPES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what we'll run now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554480" y="1554480"/>
            <a:ext cx="4114800" cy="640080"/>
          </a:xfrm>
          <a:prstGeom prst="rect">
            <a:avLst/>
          </a:prstGeom>
          <a:solidFill>
            <a:srgbClr val="0B172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1691640" y="1554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YODA_tb.v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1554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Star-Core 1 with SIMD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1847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1Adapting Star-Core 1 Normal Test bench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424160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640080" cy="64008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554480" y="4572000"/>
            <a:ext cx="4114800" cy="640080"/>
          </a:xfrm>
          <a:prstGeom prst="rect">
            <a:avLst/>
          </a:prstGeom>
          <a:solidFill>
            <a:srgbClr val="0B172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1691640" y="45720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gtkwave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4572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inspection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0" y="4681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424160" y="4572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91640" y="48966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VSS, in one slide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371600" cy="36576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200400" cy="36576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SIMD-lite extension of StarCore-1: one new opcode, one new mode signal, 8 vector operations sharing the existing 3-bit ALU encoding.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17720" y="1691640"/>
            <a:ext cx="3200400" cy="36576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461772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proved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17720" y="233172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of 39 module-level golden tests pass. Scalar regression is zero. The lane split is visible on the waveform between bits 7 and 8.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95360" y="1691640"/>
            <a:ext cx="3200400" cy="36576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859536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95360" y="233172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integration with the unchanged Practical 4 datapath, then memory-mapped I/O for telemetry ingest. Per-lane masks and saturation as stretch goals.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1097280" y="18288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097280" y="3017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97280" y="4206240"/>
            <a:ext cx="2286000" cy="36576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109728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  </a:t>
            </a:r>
            <a:r>
              <a:rPr lang="en-US" sz="18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EEE4120F HPES Project · 2026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Joab Gray Kloppers (KLPJOA002) · Alex Hillman (HLLALE010)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1276</Words>
  <Application>Microsoft Office PowerPoint</Application>
  <PresentationFormat>Widescreen</PresentationFormat>
  <Paragraphs>185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EEE4120F HPES Project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VSS — Vectorized Signal Star</dc:title>
  <dc:subject>PptxGenJS Presentation</dc:subject>
  <dc:creator>Group 7 — Kloppers, Hillman</dc:creator>
  <cp:lastModifiedBy>Joab Kloppers</cp:lastModifiedBy>
  <cp:revision>5</cp:revision>
  <dcterms:created xsi:type="dcterms:W3CDTF">2026-05-17T18:34:56Z</dcterms:created>
  <dcterms:modified xsi:type="dcterms:W3CDTF">2026-05-18T09:25:30Z</dcterms:modified>
</cp:coreProperties>
</file>